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0E3786C-A8A4-4B60-B68D-D096C36171F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Ask students for everyday examples of 'for all'.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Next lecture: proof by contradiction and induction.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5A5C42-8170-4019-A463-4A6767C6BD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70757-BBA2-4E8F-BF1E-3BC15346A8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646AE5-09F3-4E68-8AAE-D4987FFDE245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Predicate Logic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Discrete Mathematics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Unit 2, Part B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Quantifiers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∀x P(x): for all x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∃x P(x): there exists x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Domain must be stated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Negating quantifiers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¬∀x P(x) ≡ ∃x ¬P(x)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¬∃x P(x) ≡ ∀x ¬P(x)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Rules of inference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Modus ponens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Modus tollens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Universal instantiation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LibreOffice_project/bf8adb135da2784a1be3ca33001278b7a20af5c1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