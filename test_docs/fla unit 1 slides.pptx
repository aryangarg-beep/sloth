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C6F167-C8AF-4917-9237-B5A229D2D6C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Recap of alphabets and languages before starting.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Stress that every state has exactly one transition per symbol.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Draw the two-state diagram on the board.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Work through the NFA for strings ending in 01.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146E1-1982-4885-885D-99A6A16A61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E0C19-9982-4AF1-85B3-D1F6E4688A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B2DD9B-EBDE-49F1-92B6-7097C74C690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Finite Automata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FLA · Unit 1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Lecture 2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DFA: formal definition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 = (Q, Σ, δ, q0, F)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δ: Q × Σ → Q is total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Accept if δ*(q0, w) ∈ F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Example: even number of 1s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States q_even, q_odd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 swaps state, 0 keeps it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q_even is accepting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NFA and ε-moves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δ: Q × (Σ ∪ {ε}) → P(Q)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Accept if any path accepts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360000" y="360000"/>
            <a:ext cx="936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Subset construction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60000" y="1800000"/>
            <a:ext cx="9360000" cy="43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DFA states are sets of NFA states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Worst case 2^n states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LibreOffice_project/bf8adb135da2784a1be3ca33001278b7a20af5c1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